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DDEBFF"/>
          </a:solidFill>
          <a:ln w="12700">
            <a:solidFill>
              <a:srgbClr val="AFC8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64006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VML THE COCKTAIL | Credenciales de la compania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6446337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Impulsamos un caso de CRM y activacion omnicanal con una estrategia integrada y accionable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630917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6309177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necesitaba reorganizar su estrategia comercial y relacional en un entorno de alta presion competitiva. Debia conectar mejor sus canales, priorizar iniciativas con impacto tangible y alinear equipos internos y externos para acelerar una ejecucion mas consistente, relevante y sostenible en el tiempo.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154680"/>
            <a:ext cx="630917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hemos hecho?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401568"/>
            <a:ext cx="6309177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una hoja de ruta clara para transformar la estrategia en iniciativas coordinadas y ejecutables.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3840480"/>
            <a:ext cx="6172017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 del ecosistema relacional y comercial.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 de prioridades y narrativa por audiencia.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activacion omnicanal por fases.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4983480"/>
            <a:ext cx="630917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5230368"/>
            <a:ext cx="3017429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claridad en prioridades de negocio.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Activacion coordinada entre canales.</a:t>
            </a:r>
            <a:endParaRPr lang="en-US" sz="10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consistencia en la experiencia.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04397" y="5230368"/>
            <a:ext cx="2971709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mas solida para escalar iniciativas.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35057" y="320040"/>
            <a:ext cx="42365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visual (collage sugerido)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35057" y="658368"/>
            <a:ext cx="4236598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activaciones, piezas CRM y evidencias visuales de implementacion.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065" y="1417320"/>
            <a:ext cx="4108582" cy="45262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699065" y="1417320"/>
            <a:ext cx="4108582" cy="4526280"/>
          </a:xfrm>
          <a:prstGeom prst="roundRect">
            <a:avLst>
              <a:gd name="adj" fmla="val 890"/>
            </a:avLst>
          </a:prstGeom>
          <a:solidFill>
            <a:srgbClr val="EFF6FF">
              <a:alpha val="0"/>
            </a:srgbClr>
          </a:solidFill>
          <a:ln w="12700">
            <a:solidFill>
              <a:srgbClr val="AFC8F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Caso de Exito Generator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Impulsamos un caso de CRM y activacion omnicanal con una estrategia integrada y accionable</dc:title>
  <dc:subject>Corporate Case Study</dc:subject>
  <dc:creator>Case Slide MVP</dc:creator>
  <cp:lastModifiedBy>Case Slide MVP</cp:lastModifiedBy>
  <cp:revision>1</cp:revision>
  <dcterms:created xsi:type="dcterms:W3CDTF">2026-04-21T10:45:14Z</dcterms:created>
  <dcterms:modified xsi:type="dcterms:W3CDTF">2026-04-21T10:45:14Z</dcterms:modified>
</cp:coreProperties>
</file>